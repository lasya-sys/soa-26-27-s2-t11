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62" r:id="rId3"/>
    <p:sldId id="707" r:id="rId4"/>
    <p:sldId id="257" r:id="rId5"/>
    <p:sldId id="911" r:id="rId6"/>
    <p:sldId id="902" r:id="rId7"/>
    <p:sldId id="904" r:id="rId8"/>
    <p:sldId id="903" r:id="rId9"/>
    <p:sldId id="258" r:id="rId10"/>
    <p:sldId id="259" r:id="rId11"/>
    <p:sldId id="260" r:id="rId12"/>
    <p:sldId id="905" r:id="rId13"/>
    <p:sldId id="909" r:id="rId14"/>
    <p:sldId id="9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27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27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27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27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27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906865"/>
              </p:ext>
            </p:extLst>
          </p:nvPr>
        </p:nvGraphicFramePr>
        <p:xfrm>
          <a:off x="8193271" y="4356243"/>
          <a:ext cx="3702050" cy="2675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2675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J. Lasya Geethika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 : 2420030686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J. Sree Vardhini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 : 2420030677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P. Harshini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 : 2420030323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965163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Venkateshwari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 VECHICLE BREAKDOWN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81623" y="9034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Introduction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E10C40-17D9-E184-8648-BD45528EA5E6}"/>
              </a:ext>
            </a:extLst>
          </p:cNvPr>
          <p:cNvSpPr txBox="1"/>
          <p:nvPr/>
        </p:nvSpPr>
        <p:spPr>
          <a:xfrm>
            <a:off x="888714" y="2721167"/>
            <a:ext cx="8406829" cy="206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can vehicle owners quickly and efficiently obtain suitable roadside assistance during unexpected breakdowns using location-based matching, centralized request management, and real-time status tracking?</a:t>
            </a:r>
            <a:endParaRPr lang="en-US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vehicle owners quickly and efficiently obtain suitable roadside assistance during unexpected breakdowns using location-based matching, centralized request management, and real-time status tracking?</a:t>
            </a:r>
            <a:endParaRPr lang="en-US" sz="180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C06E21B-C225-3B5D-0831-36DE066E6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37" y="1649533"/>
            <a:ext cx="1105499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breakdowns can happen suddenly and unexpectedly, often in unfamiliar or remote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Manually searching for and contacting nearby mechanics can waste valuable time during a stressful situation.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roadside assistance often depends on scattered phone calls, with little visibility into the status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the request.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centralized, location-aware platform can quickly and reliably connect drivers with the right assistance.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4CE15-89D2-EA99-7963-5EA95046B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695DA2-31DB-4EB7-EF21-B5C245095FBB}"/>
              </a:ext>
            </a:extLst>
          </p:cNvPr>
          <p:cNvSpPr txBox="1"/>
          <p:nvPr/>
        </p:nvSpPr>
        <p:spPr>
          <a:xfrm>
            <a:off x="3981623" y="9034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Introduction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62B11E-CD7F-F5A0-2368-973215FA9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BB6FDD-94E4-7829-9FA2-82F1C2139562}"/>
              </a:ext>
            </a:extLst>
          </p:cNvPr>
          <p:cNvSpPr txBox="1"/>
          <p:nvPr/>
        </p:nvSpPr>
        <p:spPr>
          <a:xfrm>
            <a:off x="888714" y="2721167"/>
            <a:ext cx="8406829" cy="206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can vehicle owners quickly and efficiently obtain suitable roadside assistance during unexpected breakdowns using location-based matching, centralized request management, and real-time status tracking?</a:t>
            </a:r>
            <a:endParaRPr lang="en-US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vehicle owners quickly and efficiently obtain suitable roadside assistance during unexpected breakdowns using location-based matching, centralized request management, and real-time status tracking?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C2088F-7A4F-32FF-B1B7-D9756B730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9" y="490127"/>
            <a:ext cx="11441122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7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6656783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Hilal et. al. [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Coyote optimization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(COA) for feature selection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Krill herd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(KHA) for parameter tuning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deep canonical sparse autoencoder-based epileptic seizure detection and classification model using EEG signals.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achieves a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98.67%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98.73%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under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multi-classification,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respectively.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paper does not mention the specific limitations of the proposed 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DCSAE-ESDC 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technique or the experimental analysis conducted using the benchmark epileptic seizure dataset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81DC80-BF64-D05E-739C-34C27548D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09" y="513709"/>
            <a:ext cx="11722141" cy="53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84248-1C9C-773F-44E2-61639E007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FDF633-6916-3763-1B26-D092F5BEDB19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D82846-8117-1C56-ABCB-C33890775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5C88C7-5F43-F5FC-3E51-055410E0EAA8}"/>
              </a:ext>
            </a:extLst>
          </p:cNvPr>
          <p:cNvSpPr txBox="1"/>
          <p:nvPr/>
        </p:nvSpPr>
        <p:spPr>
          <a:xfrm>
            <a:off x="708916" y="1726058"/>
            <a:ext cx="9965933" cy="190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N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How can vehicle owners quickly and efficiently obtain suitable roadside assistance during unexpected breakdowns using location-based matching, centralized request management, and real-time status tracking?</a:t>
            </a:r>
          </a:p>
          <a:p>
            <a:pPr>
              <a:lnSpc>
                <a:spcPct val="120000"/>
              </a:lnSpc>
            </a:pPr>
            <a:endParaRPr lang="en-IN" sz="2000" b="1" dirty="0"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ct val="120000"/>
              </a:lnSpc>
            </a:pPr>
            <a:endParaRPr lang="en-IN" sz="2000" b="1" dirty="0"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0120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760BB7-B7AF-6142-FA74-43B39C814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789" y="1100915"/>
            <a:ext cx="1175021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innovate a centralized platform for efficient vehicle breakdown assistance.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digital system for reporting vehicle breakdowns with type, description, and images.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accurate real-time GPS location tracking during breakdown requests.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automatically identify and match users with suitable nearby service providers.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vehicle assistance response time compared to traditional manual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service providers to accept, navigate, and manage assigned assistance requests.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real-time tracking of assistance status from Pending to Accepted, In Progress, and Completed.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coordination and communication between vehicle users and service providers.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270589" y="622551"/>
            <a:ext cx="72432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BAC970-DC96-1638-0942-01D129E6B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145" y="1357626"/>
            <a:ext cx="821932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Manual Calling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multiple mechanics takes time and delays assistance. Our system provides a quick digital request.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No Intelligent Matching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Drivers may struggle to find the right mechanic. Our system matches them with suitable nearby providers.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No Centralized Tracking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cannot easily track their request. Our system provides real-time status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Poor Coordination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communication channels can cause confusion. Our centralized platform improves coordination.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Limited Location Support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 the exact location of a stranded vehicle can be difficult. GPS helps providers locate users accurately.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Manual Records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records manually is difficult. Our database stores requests and service details efficiently.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933F26-DFFA-3B61-8316-F3DEB1E25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211" y="1746606"/>
            <a:ext cx="3109643" cy="440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15C393-F412-E73F-12F7-142C018DB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70" y="1213682"/>
            <a:ext cx="11888859" cy="550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371E02-FF50-A9C6-790B-1BE7C28D3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13" y="1417833"/>
            <a:ext cx="11279174" cy="478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CD825-369A-F1CB-8766-5666344C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11BA21-ABAD-E0DC-C9CF-1A721C6B7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1CCE7C-EBCB-D386-0863-3FEC3E91E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" y="698642"/>
            <a:ext cx="11231542" cy="562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91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9A5B9-3263-85D8-B6A0-160312C3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C52FF6-D30C-99FB-9E35-EDB6FD77C273}"/>
              </a:ext>
            </a:extLst>
          </p:cNvPr>
          <p:cNvSpPr txBox="1"/>
          <p:nvPr/>
        </p:nvSpPr>
        <p:spPr>
          <a:xfrm>
            <a:off x="1294544" y="551058"/>
            <a:ext cx="8554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C</a:t>
            </a:r>
            <a:r>
              <a:rPr lang="en-US" sz="4000" b="1" dirty="0" err="1"/>
              <a:t>onclusion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A940CE-DFDC-7E00-5B89-067CD34B7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95527F-8D1D-682B-1229-3A5FE4266F03}"/>
              </a:ext>
            </a:extLst>
          </p:cNvPr>
          <p:cNvSpPr txBox="1"/>
          <p:nvPr/>
        </p:nvSpPr>
        <p:spPr>
          <a:xfrm>
            <a:off x="1006866" y="1551399"/>
            <a:ext cx="81397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proposed Smart Vehicle Breakdown Assistance System provides a centralized and location-aware platform that helps vehicle owners quickly connect with suitable roadside service providers, while real-time tracking improves coordination and transparency; in the future, the system can be enhanced with IoT-based vehicle monitoring, AI-based breakdown prediction, automatic fault detection, emergency SOS, online payments, live provider tracking, predictive maintenance, and insurance integration.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95343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ECA8D-D789-72A9-FEDF-73FC31F6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5C5A75-7D95-5A46-1707-69B743C52A0B}"/>
              </a:ext>
            </a:extLst>
          </p:cNvPr>
          <p:cNvSpPr txBox="1"/>
          <p:nvPr/>
        </p:nvSpPr>
        <p:spPr>
          <a:xfrm>
            <a:off x="1294544" y="551058"/>
            <a:ext cx="8554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Reference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A2ED0-5CBF-C391-0F6B-4C3DE4313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F4EADA8-BF1E-CF31-FB64-024838D22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063" y="1441036"/>
            <a:ext cx="109728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[1] I. M. Almomani, N. Y. Alkhalil, E. M. Ahmad, and R. M.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Jodeh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“Ubiquitous GPS vehicle tracking and management system,” in Proc. IEEE Jordan Conf. on Applied Electrical Engineering and Computing Technologies (AEECT), Amman, Jordan, Dec. 2011, pp. 1–6.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[2] K. Iswarya, D. Devika, and E. Ranjith, “Road assistance system using GPS,” Int. J. Advance Research, Ideas and Innovations in Technology (IJARIIT), vol. 6, no. 2, 2020.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[3] “Mobile based solution for vehicle assistance,” in Proc. 2021 3rd Int. Conf. on Advancements in Computing (ICAC), 2021, pp. 31–36,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10.1109/ICAC54203.2021.9671196.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[4] “Review paper on ‘On road vehicle breakdown assistance system,’” Int. J. Engineering Applied Sciences and Technology (IJEAST), vol. 4, no. 11, pp. 199–202, Mar. 2020.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[5] “On-road vehicle breakdown assistance finder,” Int. Research J. Modernization in Engineering, Technology and Science (IRJMETS),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[6] M. Usman, M. R. Asghar, I. S. Ansari, F. Granelli, and K. A.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Qaraqe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“Technologies and solutions for location-based services in smart cities: Past, present, and future,” IEEE Access, vol. 6, pp. 22240–22248, 2018,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10.1109/ACCESS.2018.2826041.</a:t>
            </a:r>
          </a:p>
        </p:txBody>
      </p:sp>
    </p:spTree>
    <p:extLst>
      <p:ext uri="{BB962C8B-B14F-4D97-AF65-F5344CB8AC3E}">
        <p14:creationId xmlns:p14="http://schemas.microsoft.com/office/powerpoint/2010/main" val="2795340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1004</Words>
  <Application>Microsoft Office PowerPoint</Application>
  <PresentationFormat>Widescreen</PresentationFormat>
  <Paragraphs>101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Cambria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jayaramreddy janipally</cp:lastModifiedBy>
  <cp:revision>34</cp:revision>
  <dcterms:created xsi:type="dcterms:W3CDTF">2026-08-08T06:33:56Z</dcterms:created>
  <dcterms:modified xsi:type="dcterms:W3CDTF">2026-08-27T03:49:43Z</dcterms:modified>
</cp:coreProperties>
</file>