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2" r:id="rId4"/>
    <p:sldId id="707" r:id="rId6"/>
    <p:sldId id="257" r:id="rId7"/>
    <p:sldId id="911" r:id="rId8"/>
    <p:sldId id="902" r:id="rId9"/>
    <p:sldId id="904" r:id="rId10"/>
    <p:sldId id="903" r:id="rId11"/>
    <p:sldId id="258" r:id="rId12"/>
    <p:sldId id="259" r:id="rId13"/>
    <p:sldId id="260" r:id="rId14"/>
    <p:sldId id="905" r:id="rId15"/>
    <p:sldId id="912" r:id="rId16"/>
    <p:sldId id="909" r:id="rId17"/>
    <p:sldId id="91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.png"/><Relationship Id="rId7" Type="http://schemas.microsoft.com/office/2007/relationships/diagramDrawing" Target="../diagrams/drawing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3" Type="http://schemas.openxmlformats.org/officeDocument/2006/relationships/diagramData" Target="../diagrams/data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93271" y="4356243"/>
          <a:ext cx="3702050" cy="2675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/>
              </a:tblGrid>
              <a:tr h="26758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Name: J. Lasya Geethika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Roll Number : 2420030686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Name: J. Sree Vardhini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Roll Number : 2420030677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Name: P. Harshini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Roll Number : 2420030323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/>
                <a:gridCol w="4528760"/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Venkateshwari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  <a:endParaRPr lang="en-US" sz="1400" b="1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Review-2</a:t>
            </a:r>
            <a:endParaRPr lang="en-IN" b="1" dirty="0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 VECHICLE BREAKDOWN 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Outline of Project Work</a:t>
            </a:r>
            <a:endParaRPr kumimoji="0" lang="en-IN" sz="3600" b="1" i="0" u="none" strike="noStrike" kern="1200" cap="none" spc="0" normalizeH="0" baseline="0" noProof="0" dirty="0">
              <a:ln w="0"/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/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Challenges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Research Objectives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Conclusion &amp; Future Work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Publications Details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pic>
          <p:nvPicPr>
            <p:cNvPr id="7" name="Graphic 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/>
            <p:cNvSpPr txBox="1"/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Focus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/>
            <p:cNvSpPr txBox="1"/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Introduction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</p:grpSp>
      <p:graphicFrame>
        <p:nvGraphicFramePr>
          <p:cNvPr id="26" name="Diagram 25"/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81623" y="90347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Introduction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8714" y="2721167"/>
            <a:ext cx="8406829" cy="206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 can vehicle owners quickly and efficiently obtain suitable roadside assistance during unexpected breakdowns using location-based matching, centralized request management, and real-time status tracking?</a:t>
            </a:r>
            <a:endParaRPr lang="en-US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can vehicle owners quickly and efficiently obtain suitable roadside assistance during unexpected breakdowns using location-based matching, centralized request management, and real-time status tracking?</a:t>
            </a:r>
            <a:endParaRPr lang="en-US" sz="1800" dirty="0"/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462337" y="1649533"/>
            <a:ext cx="1105499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 breakdowns can happen suddenly and unexpectedly, often in unfamiliar or remote locations.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Manually searching for and contacting nearby mechanics can waste valuable time during a stressful situation.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roadside assistance often depends on scattered phone calls, with little visibility into the status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the request.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centralized, location-aware platform can quickly and reliably connect drivers with the right assistance.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81623" y="90347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Introduction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8714" y="2721167"/>
            <a:ext cx="8406829" cy="206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 can vehicle owners quickly and efficiently obtain suitable roadside assistance during unexpected breakdowns using location-based matching, centralized request management, and real-time status tracking?</a:t>
            </a:r>
            <a:endParaRPr lang="en-US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can vehicle owners quickly and efficiently obtain suitable roadside assistance during unexpected breakdowns using location-based matching, centralized request management, and real-time status tracking?</a:t>
            </a:r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39" y="490127"/>
            <a:ext cx="11441122" cy="58777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274646" y="689466"/>
          <a:ext cx="11642705" cy="51087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/>
                <a:gridCol w="2275288"/>
                <a:gridCol w="2476109"/>
                <a:gridCol w="2936588"/>
                <a:gridCol w="2865714"/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Limitation/Future work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Hilal et. al. [</a:t>
                      </a:r>
                      <a:r>
                        <a:rPr lang="en-IN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Coyote optimization algorithm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(COA) for feature selection </a:t>
                      </a:r>
                      <a:endParaRPr lang="en-IN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Krill herd algorithm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(KHA) for parameter tuning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deep canonical sparse autoencoder-based epileptic seizure detection and classification model using EEG signals. </a:t>
                      </a:r>
                      <a:endParaRPr lang="en-IN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 achieves a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maximum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98.67%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98.73%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under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binary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multi-classification,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respectively.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The paper does not mention the specific limitations of the proposed </a:t>
                      </a:r>
                      <a:r>
                        <a:rPr lang="en-IN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DCSAE-ESDC </a:t>
                      </a: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technique or the experimental analysis conducted using the benchmark epileptic seizure dataset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09" y="513709"/>
            <a:ext cx="11722141" cy="53514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8916" y="1726058"/>
            <a:ext cx="9965933" cy="190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N" sz="2000" b="1" dirty="0"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can vehicle owners quickly and efficiently obtain suitable roadside assistance during unexpected breakdowns using location-based matching, centralized request management, and real-time status tracking?</a:t>
            </a:r>
            <a:endParaRPr lang="en-IN" sz="2000" b="1" dirty="0"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>
              <a:lnSpc>
                <a:spcPct val="120000"/>
              </a:lnSpc>
            </a:pPr>
            <a:endParaRPr lang="en-IN" sz="2000" b="1" dirty="0"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>
              <a:lnSpc>
                <a:spcPct val="120000"/>
              </a:lnSpc>
            </a:pPr>
            <a:endParaRPr lang="en-IN" sz="2000" b="1" dirty="0"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41789" y="1100915"/>
            <a:ext cx="1175021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innovate a centralized platform for efficient vehicle breakdown assistance.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digital system for reporting vehicle breakdowns with type, description, and images.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enable accurate real-time GPS location tracking during breakdown requests.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automatically identify and match users with suitable nearby service providers.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vehicle assistance response time compared to traditional manual methods.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enable service providers to accept, navigate, and manage assigned assistance requests.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real-time tracking of assistance status from Pending to Accepted, In Progress, and Completed.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coordination and communication between vehicle users and service providers.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70589" y="622551"/>
            <a:ext cx="72432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80145" y="1357626"/>
            <a:ext cx="821932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Manual Calling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multiple mechanics takes time and delays assistance. Our system provides a quick digital request.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No Intelligent Matching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Drivers may struggle to find the right mechanic. Our system matches them with suitable nearby providers.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No Centralized Tracking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cannot easily track their request. Our system provides real-time status updates.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Poor Coordination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communication channels can cause confusion. Our centralized platform improves coordination.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Limited Location Support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 the exact location of a stranded vehicle can be difficult. GPS helps providers locate users accurately.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Manual Records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records manually is difficult. Our database stores requests and service details efficiently.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211" y="1746606"/>
            <a:ext cx="3109643" cy="44046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0" y="1213682"/>
            <a:ext cx="11888859" cy="55019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  <a:endParaRPr lang="en-US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1417833"/>
            <a:ext cx="11279174" cy="47877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9" y="698642"/>
            <a:ext cx="11231542" cy="56263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0205" y="175895"/>
            <a:ext cx="11501120" cy="60013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94544" y="551058"/>
            <a:ext cx="8554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C</a:t>
            </a:r>
            <a:r>
              <a:rPr lang="en-US" sz="4000" b="1" dirty="0" err="1"/>
              <a:t>onclusion</a:t>
            </a:r>
            <a:endParaRPr lang="en-US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6866" y="1551399"/>
            <a:ext cx="813970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The proposed Smart Vehicle Breakdown Assistance System provides a centralized and location-aware platform that helps vehicle owners quickly connect with suitable roadside service providers, while real-time tracking improves coordination and transparency; in the future, the system can be enhanced with IoT-based vehicle monitoring, AI-based breakdown prediction, automatic fault detection, emergency SOS, online payments, live provider tracking, predictive maintenance, and insurance integration.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94544" y="551058"/>
            <a:ext cx="8554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Reference</a:t>
            </a:r>
            <a:endParaRPr lang="en-US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52063" y="1441036"/>
            <a:ext cx="109728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[1] I. M. Almomani, N. Y. Alkhalil, E. M. Ahmad, and R. M.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Jodeh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“Ubiquitous GPS vehicle tracking and management system,” in Proc. IEEE Jordan Conf. on Applied Electrical Engineering and Computing Technologies (AEECT), Amman, Jordan, Dec. 2011, pp. 1–6.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[2] K. Iswarya, D. Devika, and E. Ranjith, “Road assistance system using GPS,” Int. J. Advance Research, Ideas and Innovations in Technology (IJARIIT), vol. 6, no. 2, 2020.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[3] “Mobile based solution for vehicle assistance,” in Proc. 2021 3rd Int. Conf. on Advancements in Computing (ICAC), 2021, pp. 31–36,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10.1109/ICAC54203.2021.9671196.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[4] “Review paper on ‘On road vehicle breakdown assistance system,’” Int. J. Engineering Applied Sciences and Technology (IJEAST), vol. 4, no. 11, pp. 199–202, Mar. 2020.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[5] “On-road vehicle breakdown assistance finder,” Int. Research J. Modernization in Engineering, Technology and Science (IRJMETS), 2024.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[6] M. Usman, M. R. Asghar, I. S. Ansari, F. Granelli, and K. A.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Qaraqe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“Technologies and solutions for location-based services in smart cities: Past, present, and future,” IEEE Access, vol. 6, pp. 22240–22248, 2018,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10.1109/ACCESS.2018.2826041.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5808</Words>
  <Application>WPS Presentation</Application>
  <PresentationFormat>Widescreen</PresentationFormat>
  <Paragraphs>150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SimSun</vt:lpstr>
      <vt:lpstr>Wingdings</vt:lpstr>
      <vt:lpstr>Times New Roman</vt:lpstr>
      <vt:lpstr>Cambria</vt:lpstr>
      <vt:lpstr>Arial</vt:lpstr>
      <vt:lpstr>Calibri</vt:lpstr>
      <vt:lpstr>Cambria</vt:lpstr>
      <vt:lpstr>Cambria</vt:lpstr>
      <vt:lpstr>Cambria</vt:lpstr>
      <vt:lpstr>Aptos</vt:lpstr>
      <vt:lpstr>Segoe UI</vt:lpstr>
      <vt:lpstr>Microsoft YaHei</vt:lpstr>
      <vt:lpstr>Arial Unicode MS</vt:lpstr>
      <vt:lpstr>Aptos Display</vt:lpstr>
      <vt:lpstr>Segoe UI Variable Display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harshini2006</cp:lastModifiedBy>
  <cp:revision>36</cp:revision>
  <dcterms:created xsi:type="dcterms:W3CDTF">2026-08-08T06:33:00Z</dcterms:created>
  <dcterms:modified xsi:type="dcterms:W3CDTF">2026-09-24T03:38:10Z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5F577C9F7678493B969270C3950BC6EA_13</vt:lpwstr>
  </property>
</Properties>
</file>